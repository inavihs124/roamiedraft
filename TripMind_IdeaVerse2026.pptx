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Lexend"/>
      <p:regular r:id="rId14"/>
      <p:bold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qFu84tjbEKvlqBmwK8Rpabgo3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9673EE-271D-4C3C-B45E-357419499A58}">
  <a:tblStyle styleId="{DD9673EE-271D-4C3C-B45E-357419499A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exend-bold.fntdata"/><Relationship Id="rId14" Type="http://schemas.openxmlformats.org/officeDocument/2006/relationships/font" Target="fonts/Lexend-regular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8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" type="subTitle"/>
          </p:nvPr>
        </p:nvSpPr>
        <p:spPr>
          <a:xfrm>
            <a:off x="1245686" y="8772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>
            <p:ph type="ctrTitle"/>
          </p:nvPr>
        </p:nvSpPr>
        <p:spPr>
          <a:xfrm>
            <a:off x="331275" y="102050"/>
            <a:ext cx="103632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1C4587"/>
                </a:solidFill>
                <a:latin typeface="Lexend"/>
                <a:ea typeface="Lexend"/>
                <a:cs typeface="Lexend"/>
                <a:sym typeface="Lexend"/>
              </a:rPr>
              <a:t>IIIT Sri City IdeaVerse Hackathon 2026</a:t>
            </a:r>
            <a:endParaRPr b="1" sz="4000">
              <a:solidFill>
                <a:srgbClr val="1C458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31275" y="2076450"/>
            <a:ext cx="59247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Title: AI-Powered Autonomous Travel Companion with Proactive Disruption Management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Theme: Travel — Intelligent &amp; Personalized Experiences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 Antigravity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3" name="Google Shape;103;p2"/>
          <p:cNvGraphicFramePr/>
          <p:nvPr/>
        </p:nvGraphicFramePr>
        <p:xfrm>
          <a:off x="5494550" y="284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{DD9673EE-271D-4C3C-B45E-357419499A58}</a:tableStyleId>
              </a:tblPr>
              <a:tblGrid>
                <a:gridCol w="761425"/>
                <a:gridCol w="2395725"/>
                <a:gridCol w="1578575"/>
                <a:gridCol w="1578575"/>
              </a:tblGrid>
              <a:tr h="62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S.No</a:t>
                      </a:r>
                      <a:endParaRPr b="1" sz="16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Name</a:t>
                      </a:r>
                      <a:endParaRPr b="1" sz="16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College</a:t>
                      </a:r>
                      <a:endParaRPr b="1" sz="16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Year</a:t>
                      </a:r>
                      <a:endParaRPr b="1" sz="16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1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2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3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4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5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674EA7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rgbClr val="1C4587"/>
                </a:solidFill>
                <a:latin typeface="Lexend"/>
                <a:ea typeface="Lexend"/>
                <a:cs typeface="Lexend"/>
                <a:sym typeface="Lexend"/>
              </a:rPr>
              <a:t>TripMind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0" y="2064929"/>
            <a:ext cx="12192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</a:pPr>
            <a:r>
              <a:rPr b="1" i="0" lang="en-US" sz="32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Solution: Concept, Approach, and Prototype</a:t>
            </a:r>
            <a:endParaRPr b="0" i="0" sz="20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Travellers spend 5-18 hours planning yet receive generic itineraries that ignore their actual saved content</a:t>
            </a:r>
          </a:p>
          <a:p>
            <a:pPr indent="-342900" lvl="0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Flight disruption cascades: one cancellation = hotel wrong + cab gone + 45 minutes of solo panic in a foreign country</a:t>
            </a:r>
          </a:p>
          <a:p>
            <a:pPr indent="-342900" lvl="0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5.7 billion non-English speakers are underserved by travel AI built for English-speaking Westerners</a:t>
            </a:r>
          </a:p>
          <a:p>
            <a:pPr indent="-4318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</a:pPr>
            <a:r>
              <a:rPr b="1" i="0" lang="en-US" sz="2800" u="sng" cap="none" strike="noStrike">
                <a:solidFill>
                  <a:schemeClr val="dk2"/>
                </a:solidFill>
                <a:latin typeface="Arial"/>
              </a:rPr>
              <a:t>What TripMind Does Differently</a:t>
            </a:r>
          </a:p>
          <a:p>
            <a:pPr indent="-342900" lvl="0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Builds your itinerary from YOUR saved Instagram, TikTok, Reddit, and Google Maps content — not a generic top-10 list</a:t>
            </a:r>
          </a:p>
          <a:p>
            <a:pPr indent="-342900" lvl="0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Disruption Shield: flight cancelled → AI autonomously rebooks flight + shifts hotel + reschedules cab + rebuilds itinerary → sends one QR card: tap Confirm or Cancel. Done.</a:t>
            </a:r>
          </a:p>
          <a:p>
            <a:pPr indent="-342900" lvl="0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21 features across 3 modules. Speaks 5 languages. Offline-capable. Zero paid APIs. Cost: Rs. 0 / $0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 txBox="1"/>
          <p:nvPr>
            <p:ph idx="11" type="ftr"/>
          </p:nvPr>
        </p:nvSpPr>
        <p:spPr>
          <a:xfrm>
            <a:off x="4784700" y="6492891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IIIT Sri City IdeaVerse Hackathon 2026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674EA7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1C4587"/>
                </a:solidFill>
                <a:latin typeface="Lexend"/>
                <a:ea typeface="Lexend"/>
                <a:cs typeface="Lexend"/>
                <a:sym typeface="Lexend"/>
              </a:rPr>
              <a:t>TECHNICAL APPROACH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609600" y="2533650"/>
            <a:ext cx="11394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Frontend: React 18 + TypeScript + Vite + Tailwind CSS + Zustand (state) + React Query + Framer Motion (QR card animation) + Leaflet.js (heatmap)</a:t>
            </a:r>
            <a:endParaRPr b="0" i="0" sz="2800" u="none" cap="none" strike="noStrike">
              <a:solidFill>
                <a:schemeClr val="dk1"/>
              </a:solidFill>
              <a:latin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</a:rPr>
              <a:t>Backend: Node.js + Express + TypeScript + Prisma ORM (SQLite for demo) + WebSocket (real-time disruption pipeline) + JWT auth + node-cron (background jobs)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</a:rPr>
              <a:t>AI/LLM: Ollama (Llama 3.2 8B / Mistral 7B) — local, fully offline, zero cost. LibreTranslate (Docker) for offline 30+ language translation. Web Speech API for voice I/O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</a:rPr>
              <a:t>Free APIs only: Open-Meteo (weather) + OpenSky Network (flights) + Overpass/OSM (places) + Nominatim (geocoding) + qrcode npm (local QR) + ExchangeRate-API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</a:rPr>
              <a:t>Flow: Disruption detected (OpenSky/cron) → TriggerDisruptionShield use-case → MockFlightService scores 3 alternatives (40% arrival time + 30% price + 30% seat match) → hotel + cab auto-shifted → Ollama rebuilds day → QR card generated locally → user taps Confirm or Cancel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IIIT Sri City IdeaVerse Hackathon 2026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674EA7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1C4587"/>
                </a:solidFill>
                <a:latin typeface="Lexend"/>
                <a:ea typeface="Lexend"/>
                <a:cs typeface="Lexend"/>
                <a:sym typeface="Lexend"/>
              </a:rPr>
              <a:t>FEASIBILITY AND VIABILITY</a:t>
            </a:r>
            <a:endParaRPr b="1" sz="4000">
              <a:solidFill>
                <a:srgbClr val="1C458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Feasibility: Entire stack is free and offline-first — Ollama runs on a standard 8GB RAM laptop. Each of the 3 modules is independently functional; demo never requires internet.</a:t>
            </a:r>
            <a:endParaRPr b="0" i="0" sz="2800" u="none" cap="none" strike="noStrike">
              <a:solidFill>
                <a:srgbClr val="000000"/>
              </a:solidFill>
              <a:latin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</a:rPr>
              <a:t>Buildable in 48-72 hours: Clean Architecture (domain → use-cases → adapters) means modules are decoupled and parallelisable across team members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</a:rPr>
              <a:t>Challenge 1 — LLM Latency: Mitigated by pre-generated fallback itineraries (5 cities x 3 days static JSON) and caching. Disruption Shield uses MockFlightService (instant, always works offline)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</a:rPr>
              <a:t>Challenge 2 — Translation model size (~1GB Docker image): Downloaded once before demo. LibreTranslate then works fully offline with no rate limits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</a:rPr>
              <a:t>Challenge 3 — Real booking integration: Scoped to mock data for hackathon. Every external dependency sits behind a clean interface — swapping MockFlightService for AviationStack requires one line change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3" name="Google Shape;133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IIIT Sri City IdeaVerse Hackathon 2025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674EA7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1C4587"/>
                </a:solidFill>
                <a:latin typeface="Lexend"/>
                <a:ea typeface="Lexend"/>
                <a:cs typeface="Lexend"/>
                <a:sym typeface="Lexend"/>
              </a:rPr>
              <a:t>IMPACT AND BENEFITS</a:t>
            </a:r>
            <a:endParaRPr b="1" sz="4000">
              <a:solidFill>
                <a:srgbClr val="1C458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Audience: 300M+ international travellers (UNWTO Q1 2025) + $1.4 trillion corporate travel market (GBTA 2025). 55% of business trips involve at least one disruption. 63% of business travellers cite expense reporting as their most hated task.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Economic: Disruption resolution compressed from 45+ minutes of manual panic to a single QR card tap. Auto-generated expense reports save business travellers hours per trip. Zero infrastructure cost (Rs. 0 APIs) means scalable from student project to enterprise. Social: First travel AI that fully serves 5.7B non-English speakers in their own language — including real-time camera translate and voice I/O, fully offline. Environmental: Itinerary built around existing saves reduces unnecessary venue visits and wasted trips. Innovation: First proactive + personalized + autonomous travel product across the complete lifecycle — no competitor fixes the full disruption chain without human input.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6"/>
          <p:cNvSpPr txBox="1"/>
          <p:nvPr>
            <p:ph idx="11" type="ftr"/>
          </p:nvPr>
        </p:nvSpPr>
        <p:spPr>
          <a:xfrm>
            <a:off x="4727475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IIIT Sri City IdeaVerse Hackathon 2026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674EA7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1C4587"/>
                </a:solidFill>
                <a:latin typeface="Lexend"/>
                <a:ea typeface="Lexend"/>
                <a:cs typeface="Lexend"/>
                <a:sym typeface="Lexend"/>
              </a:rPr>
              <a:t>RESEARCH  AND REFERENCES</a:t>
            </a:r>
            <a:endParaRPr b="1" sz="4000">
              <a:solidFill>
                <a:srgbClr val="1C458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GBTA Global Business Travel Report 2025 (gbta.org) — disruption statistics, expense reporting pain points, 55% business trips involve disruption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UNWTO World Tourism Barometer Q1 2025 (unwto.org) — 300M+ international trips, global traveller volume data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Open-Meteo (open-meteo.com) — free weather API, no key | OpenSky Network (opensky-network.org) — free live flight tracking | Overpass API / OpenStreetMap (overpass-api.de)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Nominatim / OpenStreetMap (nominatim.openstreetmap.org) — free geocoding | LibreTranslate (libretranslate.com) — open-source offline translation engine, 30+ languages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Ollama (ollama.com) — local LLM inference (Llama 3.2 / Mistral 7B) | AviationStack (aviationstack.com) — 100 free calls/month | ExchangeRate-API (exchangerate-api.com)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Foursquare Places API (foursquare.com/developer) — 1000 free calls/day | REST Countries API (restcountries.com) — country data, free, no key | qrcode npm (npmjs.com/package/qrcode)</a:t>
            </a: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</a:rPr>
              <a:t>r/travel Reddit (reddit.com/r/travel) — 12M members, 32% YoY growth, primary signal for planning frustration and disruption pain points | Travelbriefing.org — visa and health info, free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IIIT Sri City IdeaVerse Hackathon 2026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